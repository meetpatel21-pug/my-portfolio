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PARSANA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Deck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Student | Ahmedabad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7211199976 | meetparsana211@gmail.com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linkedin.com/in/meet-parsana-1194a6313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github.com/Meetpatel21-pug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0642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desktop app with Swing/AWT, SQL integration, and portfolio tracking.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0642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Checker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ATS score, NLP matching, and resume feedback.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10642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EzyHeal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13892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SQLite healthcare app with OTP auth and appointment booking.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Skills, Certifications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University, Ahmedabad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Computer Engineering (2024 - 2028)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480560" y="100584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Python, HTML, 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Bootstrap, Pandas, NumPy, Matplotlib, Tailwind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VS Code, IntelliJ, Jupyter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SQLite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10058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Introduction to 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Inheritance and Data Structures in 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Introduction to HTML, CSS, and JavaScript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Generative AI: Introduction and Applications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2026-04-14T16:04:58Z</dcterms:created>
  <dcterms:modified xsi:type="dcterms:W3CDTF">2026-04-14T16:04:58Z</dcterms:modified>
</cp:coreProperties>
</file>